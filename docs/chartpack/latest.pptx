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2F5"/>
                </a:solidFill>
              </a:defRPr>
            </a:pPr>
            <a:r>
              <a:t>Daily Market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EA5E9"/>
                </a:solidFill>
              </a:defRPr>
            </a:pPr>
            <a:r>
              <a:t>Trade Date: 2026-03-26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29A"/>
                </a:solidFill>
              </a:defRPr>
            </a:pPr>
            <a:r>
              <a:t>JPX Derivative &amp; Commodity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29A"/>
                </a:solidFill>
              </a:defRPr>
            </a:pPr>
            <a:r>
              <a:t>DataServer In-House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Power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East/West Base &amp; Peak monthly contracts (2026-03-26)</a:t>
            </a:r>
          </a:p>
        </p:txBody>
      </p:sp>
      <p:pic>
        <p:nvPicPr>
          <p:cNvPr id="6" name="Picture 5" descr="pow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Commodity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Front-month settlement prices as of 2026-03-26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95097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1188720"/>
                <a:gridCol w="1371600"/>
                <a:gridCol w="1188720"/>
                <a:gridCol w="118872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Settlement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 Oil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108,200.00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-4700.00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-4.16%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Dubai Crude Oil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132,650.00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-2430.00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-1.80%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LNG (Platts JKM)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3,102.00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USD/MMBtu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-87.00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-2.73%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23,379.00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+237.00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+1.02%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Palladium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7,500.00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Platinum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9,368.00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-449.00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-4.57%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Silver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360.00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JPY/10g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(RSS3)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361.00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-3.80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-1.04%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(TSR20)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307.00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Shanghai Natural Rubber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16,470.00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+0.06%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Azuki 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JPY/bag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Corn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Soybeans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64,000.00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Precious Metals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Gold &amp; Platinum (2026-03-26)</a:t>
            </a:r>
          </a:p>
        </p:txBody>
      </p:sp>
      <p:pic>
        <p:nvPicPr>
          <p:cNvPr id="6" name="Picture 5" descr="metal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Energy Commodity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Dubai Crude Oil &amp; LNG Platts JKM (2026-03-26)</a:t>
            </a:r>
          </a:p>
        </p:txBody>
      </p:sp>
      <p:pic>
        <p:nvPicPr>
          <p:cNvPr id="6" name="Picture 5" descr="energy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Cross-Market Daily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All commodities sorted by absolute % change</a:t>
            </a:r>
          </a:p>
        </p:txBody>
      </p:sp>
      <p:pic>
        <p:nvPicPr>
          <p:cNvPr id="6" name="Picture 5" descr="cross_mark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Top Power Futures Movers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Largest absolute settlement price changes vs previous day (2026-03-26)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01498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005840"/>
                <a:gridCol w="109728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Instrument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Underlying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Prev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FUT_EEB_261230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21.10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-9.62%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FUT_EEB_270129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19.41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21.21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-1.80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-8.49%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FUT_EEB_270226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19.67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21.46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-1.79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-8.34%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FUT_EEB_260629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20.58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21.97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-1.39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-6.33%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FUT_EWPW_260326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(Weekly)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13.74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15.01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-8.46%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FUT_EEP_260629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23.74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-5.04%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FUT_EEB_261127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18.72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19.96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-6.21%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FUT_EEBY_260326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(Yearly)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19.48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20.71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-5.94%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FUT_EEB_270330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16.78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17.98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-6.67%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FUT_EEP_260428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20.80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-5.45%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FUT_EWB_270129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17.02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18.22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-6.59%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FUT_EWB_270226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16.96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18.16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-1.20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-6.61%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FUT_EWB_270330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15.02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16.14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-6.94%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18.75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-5.87%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FUT_EEB_260929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20.67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21.75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-4.97%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