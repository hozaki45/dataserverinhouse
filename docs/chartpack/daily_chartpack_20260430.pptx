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2026-04-30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(2026-04-30)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2026-04-30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113,000.00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-0.09%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106,020.00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+120.00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+0.11%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2,829.00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+177.00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+6.67%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23,434.00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-129.00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7,600.00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9,746.00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-83.00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380.00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-2.56%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396.10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+8.20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+2.11%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330.00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16,860.00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-290.00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-1.69%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(2026-04-30)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(2026-04-30)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(2026-04-30)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FUT_EEPW_260528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20.53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19.98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+2.75%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FUT_EEBW_260528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18.79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18.25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+2.96%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26.96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26.51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+1.70%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FUT_EEP_260929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25.92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25.47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+1.77%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FUT_ECP_261029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19.12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19.56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-2.25%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26.97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26.53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+1.66%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FUT_EEPW_260507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18.38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+2.11%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FUT_EWP_261127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17.45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+2.23%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FUT_EEP_270330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17.78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17.43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+2.01%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FUT_EEP_270128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20.48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20.17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+1.54%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FUT_EWP_270128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18.34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+1.66%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FUT_EEP_261127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21.52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21.23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+1.37%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FUT_EEP_261228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21.47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21.18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+1.37%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FUT_EEBW_260430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20260501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18.01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17.72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+1.64%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FUT_EWBW_260430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20260501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10.82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10.54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+2.66%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