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2026-03-25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(2026-03-25)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2026-03-25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112,900.00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140,000.00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130,000.00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135,080.00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+400.00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3,189.00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-146.00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-4.38%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23,142.00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+746.00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+3.33%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7,500.00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+4.17%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9,817.00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+652.00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+7.11%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360.00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+2.86%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364.80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-5.20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-1.41%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307.00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16,460.00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+215.00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+1.32%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(2026-03-25)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(2026-03-25)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(2026-03-25)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FUT_EEP_260929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27.21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28.83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-1.62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-5.62%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FUT_EEP_260828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27.65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29.08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-1.43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-4.92%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FUT_EEP_260730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27.77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29.18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-1.41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-4.83%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FUT_EEB_260929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21.75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23.01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-1.26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-5.48%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FUT_EEB_270330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17.98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19.23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-1.25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-6.50%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FUT_EWB_260929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18.75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19.98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-1.23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-6.16%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FUT_EEP_270330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21.19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22.38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-1.19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-5.32%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FUT_EWB_260828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19.01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20.20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-1.19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-5.89%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FUT_EEP_261029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202610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22.52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23.67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-1.15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-4.86%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FUT_EEB_261030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202610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19.62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20.71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-5.26%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FUT_EWB_261030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202610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16.72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17.81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-6.12%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FUT_EEB_260828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22.14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23.19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-4.53%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FUT_EEPY_260326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(Yearly)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24.23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25.23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-3.96%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FUT_EEP_270225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23.89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24.89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-4.02%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FUT_EWB_261127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202611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16.77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17.77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-5.63%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