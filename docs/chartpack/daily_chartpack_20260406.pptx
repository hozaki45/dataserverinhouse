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(2026-04-06)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120,940.00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3,129.00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23,795.00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9,932.00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16,860.00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(2026-04-06)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(2026-04-06)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(2026-04-06)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+11.80%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+3.82%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FUT_EEBY_280328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(Yearly)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29.55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FUT_EWBY_280328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(Yearly)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