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(2026-06-04)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96,140.00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2,999.00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22,919.00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9,618.00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-253.00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17,980.00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(2026-06-04)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(2026-06-04)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(2026-06-04)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-7.57%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-6.89%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FUT_ECB_270226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