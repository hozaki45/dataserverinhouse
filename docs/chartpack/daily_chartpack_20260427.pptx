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2026-04-27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(2026-04-27)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2026-04-27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114,900.00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-0.17%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-4.76%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-4.76%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105,800.00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2,669.00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+0.11%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24,034.00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+177.00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10,116.00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+6.90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383.80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17,100.00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+165.00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(2026-04-27)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(2026-04-27)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(2026-04-27)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+10.69%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FUT_EWBW_260430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10.72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-13.69%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FUT_EWP_270729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FUT_EWP_270830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+1.97%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16.87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15.71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FUT_ECP_270729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17.83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FUT_EEP_270729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FUT_EEP_270830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+1.88%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FUT_EWB_270730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14.41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FUT_EWB_270830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