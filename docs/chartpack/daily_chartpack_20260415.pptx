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2026-04-15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(2026-04-15)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2026-04-15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114,600.00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-4.35%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-4.55%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104,040.00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-1440.00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3,087.00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24,540.00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+2.56%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10,728.00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+183.00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+1.74%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+8.00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+2.09%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377.00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325.00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+1.56%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16,680.00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(2026-04-15)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(2026-04-15)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(2026-04-15)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FUT_EEP_261029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24.61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22.14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+2.47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+11.16%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FUT_EEP_261127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24.39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21.94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+2.45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+11.17%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FUT_EEP_261228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24.54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+2.42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+10.94%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FUT_EEP_270729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20.43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+12.13%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FUT_EEP_270128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23.91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21.71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+10.13%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FUT_EEP_270830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20.70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+11.89%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FUT_EEP_270225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23.54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21.35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+10.26%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19.95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+12.08%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18.20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+11.54%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FUT_EEP_270428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17.43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+11.76%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+11.99%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FUT_EEP_270330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20.94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18.91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+10.74%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FUT_EWPW_260416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14.88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15.92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-6.53%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FUT_EEPY_270326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(Yearly)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17.70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16.78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+5.48%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FUT_EEPW_260514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21.92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-4.20%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