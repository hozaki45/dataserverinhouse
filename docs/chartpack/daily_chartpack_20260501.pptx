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(2026-05-01)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102,920.00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-3100.00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2,763.00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23,167.00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-267.00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9,801.00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-0.03%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17,425.00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(2026-05-01)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(2026-05-01)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(2026-05-01)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+2.82%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+6.18%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26.57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+2.51%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FUT_EWP_261029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FUT_ECB_261230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+4.67%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+2.95%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