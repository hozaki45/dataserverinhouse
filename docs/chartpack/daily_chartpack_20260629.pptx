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80,150.00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21,143.00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+276.00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8,385.00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+4.98%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16,700.00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-9.81%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20260731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