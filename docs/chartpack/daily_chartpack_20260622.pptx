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(2026-06-22)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98,000.00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81,400.00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2,528.00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21,662.00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8,484.00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432.10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17,550.00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(2026-06-22)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(2026-06-22)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(2026-06-22)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-6.35%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-6.70%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-5.36%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FUT_ECB_270226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