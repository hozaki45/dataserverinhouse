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(2026-05-14)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100,940.00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2,701.00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23,762.00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10,654.00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405.30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18,215.00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(2026-05-14)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(2026-05-14)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+11.81%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+4.72%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