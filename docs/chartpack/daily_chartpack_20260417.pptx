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(2026-04-17)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104,140.00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2,547.00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24,422.00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10,741.00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16,485.00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(2026-04-17)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(2026-04-17)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(2026-04-17)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-4.61%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