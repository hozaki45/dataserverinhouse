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2026-06-16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(2026-06-16)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2026-06-16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105,500.00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98,000.00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110,000.00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95,000.00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87,000.00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-220.00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-0.25%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2,632.00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-388.00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-12.85%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22,240.00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+49.00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+0.22%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6,800.00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8,967.00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-71.00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-0.79%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345.00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+8.00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+2.37%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433.60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+8.70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+2.05%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362.00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18,200.00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+650.00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+3.70%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(2026-06-16)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(2026-06-16)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(2026-06-16)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FUT_EWPW_260716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20260717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23.71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25.20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-1.49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-5.91%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FUT_EWB_261127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202611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14.95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16.42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-1.47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-8.95%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FUT_EWB_261030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202610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16.35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-1.35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-8.26%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FUT_EWPW_260618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20260619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16.35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17.64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-7.31%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FUT_ECP_260828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27.25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28.43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-1.18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-4.15%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FUT_EEPW_260709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20260710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27.26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28.36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-1.10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-3.88%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FUT_EEP_260730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28.11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29.20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-3.73%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FUT_ECP_260730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26.84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27.92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-3.87%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FUT_EEPW_260716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20260717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27.68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28.74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-3.69%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FUT_EWBW_260716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20260717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17.90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18.96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-5.59%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FUT_ECP_260929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26.55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27.59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-3.77%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FUT_EWPW_260625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20260626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19.71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20.74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-1.03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-4.97%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FUT_EEP_260828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27.98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29.00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-1.02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-3.52%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FUT_EEP_270225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20.18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21.15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-0.97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-4.59%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FUT_EEP_261127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202611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22.23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23.18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-0.95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-4.10%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