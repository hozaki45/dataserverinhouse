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(2026-06-26)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80,560.00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2,479.00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20,867.00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+238.00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7,987.00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402.30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16,610.00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(2026-06-26)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(2026-06-26)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