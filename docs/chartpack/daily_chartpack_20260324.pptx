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2026-03-24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(2026-03-24)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2026-03-24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112,900.00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-2.59%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130,000.00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134,680.00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-1380.00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3,335.00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-132.00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-3.81%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22,396.00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+713.00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+3.29%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9,165.00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+389.00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+4.43%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350.00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307.00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16,245.00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+115.00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+0.71%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(2026-03-24)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(2026-03-24)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(2026-03-24)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-8.62%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FUT_EWB_270129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-9.01%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FUT_EWB_270226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20.77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-1.85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-8.91%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FUT_EWB_260828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-7.80%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-7.56%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-6.92%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FUT_EWB_260929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-7.71%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FUT_EEP_260528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24.48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-6.70%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FUT_EEB_260529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22.14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FUT_EWBW_260409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-9.35%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FUT_EWB_261230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18.66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-7.39%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15.57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-8.63%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FUT_EWP_260428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16.17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17.60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-8.12%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FUT_EEBW_260416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20260417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-6.73%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16.82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-8.15%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