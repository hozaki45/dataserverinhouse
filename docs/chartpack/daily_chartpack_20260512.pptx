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2026-05-12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(2026-05-12)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2026-05-12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110,600.00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99,740.00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-0.06%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2,696.00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23,645.00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+182.00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10,665.00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+501.00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+4.93%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420.00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+7.69%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400.80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340.00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17,630.00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(2026-05-12)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(2026-05-12)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(2026-05-12)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+7.49%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+4.41%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FUT_ECPY_280328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電力(中部・年度日中)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+3.11%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FUT_EEPY_280328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(Yearly)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15.89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15.47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+2.71%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16.13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15.73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+2.54%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FUT_ECP_280427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11.93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FUT_EEP_280427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+2.86%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FUT_EEB_270330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15.80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18.89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18.56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+1.78%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11.48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+2.78%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18.87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+1.54%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FUT_EWPY_280328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(Yearly)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FUT_EWP_280427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11.82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FUT_EEB_270226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17.95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17.72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