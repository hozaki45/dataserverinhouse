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(2026-06-03)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108,400.00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+4.76%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94,490.00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+1900.00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2,970.00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22,904.00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-479.00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9,871.00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423.80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18,320.00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(2026-06-03)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(2026-06-03)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(2026-06-03)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+12.50%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+11.53%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+10.55%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27.58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23.75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