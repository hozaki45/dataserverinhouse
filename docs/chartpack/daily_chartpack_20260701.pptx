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2026-07-01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(2026-07-01)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2026-07-01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105,500.00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+0.09%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97,000.00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108,000.00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95,000.00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70,440.00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-9710.00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-12.11%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2,637.00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+57.00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+2.21%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20,802.00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-413.00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-1.95%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6,400.00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8,027.00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-198.00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-2.41%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406.80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+0.80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+0.20%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340.00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16,450.00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-270.00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-1.61%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(2026-07-01)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(2026-07-01)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(2026-07-01)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FUT_EEP_261228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21.76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19.84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+1.92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+9.68%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FUT_EEP_261127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19.40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+1.65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+8.51%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FUT_ECP_280228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202802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15.61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+1.48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+9.48%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FUT_EEP_280228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202802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18.19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16.75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+1.44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+8.60%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FUT_EEP_280330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202803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16.58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15.17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+1.41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+9.29%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FUT_EEP_271228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202712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18.91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17.51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+1.40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+8.00%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FUT_EEP_280128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202801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18.81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17.48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+1.33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+7.61%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FUT_ECP_280128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202801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17.68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16.40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+7.80%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FUT_ECP_280330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202803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15.26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+1.26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+9.00%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FUT_EEP_270225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19.87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18.63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+1.24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+6.66%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24.21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+1.13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+4.90%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FUT_ECP_271228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202712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17.42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+1.12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+6.87%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FUT_EEP_270128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20.42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19.44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+0.98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+5.04%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FUT_EEP_271129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202711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17.96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+0.96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+5.65%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FUT_ECP_260828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23.58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22.69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+0.89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+3.92%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