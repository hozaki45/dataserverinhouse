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2026-06-12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(2026-06-12)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2026-06-12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106,000.00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-0.19%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86,220.00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-4700.00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-5.17%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3,020.00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+0.03%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21,474.00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+444.00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+2.11%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6,600.00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+3.12%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8,910.00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+374.00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+4.38%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330.00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418.90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17,725.00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+160.00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(2026-06-12)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(2026-06-12)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(2026-06-12)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+1.79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+6.35%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27.78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26.13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+1.65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+6.31%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28.86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27.39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+5.37%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20.54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-2.38%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22.83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-1.89%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+1.69%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FUT_ECP_270528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15.79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+2.53%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FUT_ECP_270729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18.89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+2.11%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FUT_ECP_270830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19.31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18.92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+2.06%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FUT_ECP_270929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18.67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+2.09%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19.65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-1.90%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FUT_ECPY_270326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電力(中部・年度日中)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16.91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16.54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FUT_ECP_270428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15.84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15.47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+2.39%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FUT_ECP_270629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17.53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+2.16%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FUT_ECP_271228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16.77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16.40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