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(2026-05-07)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111,700.00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102,000.00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2,687.00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23,336.00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10,239.00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+438.00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+4.47%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402.80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17,870.00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+445.00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(2026-05-07)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(2026-05-07)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(2026-05-07)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+31.51%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-17.88%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9.08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-17.23%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FUT_EWPY_280328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(Yearly)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-4.97%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FUT_EEPY_280328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(Yearly)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FUT_EEB_280428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FUT_EWP_280427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FUT_ECPY_280328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電力(中部・年度日中)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