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2026-05-15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(2026-05-15)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2026-05-15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110,200.00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-0.27%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101,240.00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2,701.00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23,266.00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-496.00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-2.09%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7,300.00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-2.67%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10,046.00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-608.00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-5.71%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410.00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-2.38%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399.70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-5.60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-1.38%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350.00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17,910.00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-305.00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-1.67%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(2026-05-15)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(2026-05-15)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(2026-05-15)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FUT_EEP_260828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28.03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30.69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-2.66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-8.67%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FUT_EEP_260730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28.16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30.78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-2.62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-8.51%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FUT_EEP_260929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26.84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29.34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-2.50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-8.52%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FUT_EEBW_260521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19.27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+4.05%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18.66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+3.38%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FUT_EEB_260929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20.70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+2.90%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15.82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15.33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+3.20%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FUT_EWBW_260611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15.64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+2.69%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FUT_EWPW_260611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18.88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+2.12%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FUT_EWP_260828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25.11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24.73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+1.54%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FUT_EWBW_260528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13.52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13.20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+2.42%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FUT_EWBW_260521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13.72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13.43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+2.16%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22.77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+0.27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+1.19%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FUT_EWPW_260521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12.77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+0.27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+2.11%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FUT_EWP_260528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14.58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14.32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+0.26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+1.82%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