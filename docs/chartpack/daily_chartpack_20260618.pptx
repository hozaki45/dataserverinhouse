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81,960.00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2,485.00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22,207.00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9,242.00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430.80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+5.19%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+4.13%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FUT_ECP_261127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