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2026-04-28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(2026-04-28)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2026-04-28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113,100.00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-1800.00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-1.57%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105,900.00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+0.09%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2,652.00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-17.00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23,563.00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-471.00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-1.96%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7,600.00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-3.80%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9,829.00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-287.00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-2.84%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387.90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+4.10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+1.07%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330.00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17,150.00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+0.29%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(2026-04-28)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(2026-04-28)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(2026-04-28)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FUT_EEPW_260428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20260501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20.88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20.51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+1.80%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FUT_ECP_261127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18.99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18.69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+1.61%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FUT_ECP_270225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18.25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17.95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+1.67%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FUT_ECP_261228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18.80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18.53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+0.27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+1.46%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FUT_ECP_261029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19.56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19.32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+0.24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+1.24%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FUT_ECP_270330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16.37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16.16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+0.21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+1.30%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FUT_EEP_260629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23.98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23.78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+0.20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+0.84%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FUT_EEB_260629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20.12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19.93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+0.19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+0.95%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FUT_EWBW_260430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20260501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10.54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10.72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-0.18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-1.68%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FUT_ECPY_280328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電力(中部・年度日中)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202804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14.35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14.18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+0.17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+1.20%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FUT_EEP_270330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17.43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17.60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-0.17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FUT_ECBY_280328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電力(中部・年度ベース)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202804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12.89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12.73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+0.16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+1.26%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FUT_ECP_260629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21.13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+0.16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FUT_EEBY_280328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(Yearly)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202804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13.99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13.83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+0.16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+1.16%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FUT_EEPY_280328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(Yearly)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202804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15.77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15.61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+0.16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+1.02%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