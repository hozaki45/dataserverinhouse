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(2026-05-28)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101,650.00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2,909.00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22,504.00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9,531.00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-197.00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17,950.00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(2026-05-28)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(2026-05-28)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(2026-05-28)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+10.65%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+2.83%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20.82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-3.19%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