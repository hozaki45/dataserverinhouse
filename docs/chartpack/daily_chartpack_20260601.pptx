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2026-06-01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(2026-06-01)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2026-06-01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110,300.00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91,000.00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-10650.00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-10.48%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2,896.00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-32.00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23,461.00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+391.00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+1.69%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9,592.00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-53.00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406.70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-1.80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350.00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18,565.00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+565.00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+3.14%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(2026-06-01)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(2026-06-01)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(2026-06-01)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16.74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18.50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-1.76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-9.51%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26.95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25.51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+5.64%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FUT_EEBW_260625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23.67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22.48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+1.19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+5.29%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FUT_EEBW_260618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23.60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22.42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+1.18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+5.26%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FUT_EEBW_260611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23.54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22.40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+1.14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+5.09%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19.60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18.59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+1.01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+5.43%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FUT_EWBW_260618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19.36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18.39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+5.27%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22.92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22.13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+3.57%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27.73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+2.70%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FUT_EEBW_260702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23.76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+3.13%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FUT_EEPW_260618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25.38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+2.68%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26.77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+2.57%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18.90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+3.68%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22.35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21.69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+3.04%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24.60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+2.56%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