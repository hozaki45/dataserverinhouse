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2026-05-22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(2026-05-22)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2026-05-22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109,700.00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102,390.00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-370.00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2,955.00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-46.00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22,993.00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-0.05%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9,866.00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+1.16%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17,485.00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+0.09%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(2026-05-22)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(2026-05-22)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(2026-05-22)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20.86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+4.14%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+3.58%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+3.49%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21.66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+3.42%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29.55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29.93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29.33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29.69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28.13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28.47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FUT_EEB_261030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FUT_EEP_261029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22.73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19.81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21.72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FUT_EWB_270629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14.48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14.79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-2.10%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FUT_EWP_270629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16.85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FUT_EWP_270729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18.34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