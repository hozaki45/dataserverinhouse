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2026-04-14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(2026-04-14)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2026-04-14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114,100.00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-0.17%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115,000.00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105,480.00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+4730.00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+4.69%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3,087.00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+243.00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+8.54%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24,490.00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+315.00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+1.30%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7,800.00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10,545.00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+174.00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+1.68%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382.00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+17.00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+4.66%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377.00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320.00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16,615.00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(2026-04-14)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(2026-04-14)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(2026-04-14)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FUT_ECP_260929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26.51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28.19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-1.68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-5.96%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FUT_ECP_260828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26.61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28.26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-1.65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-5.84%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26.37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28.00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-1.63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-5.82%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FUT_ECB_260929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電力(中部・ベース)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20.60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-1.40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-6.36%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FUT_ECB_260730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電力(中部・ベース)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20.91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-1.38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-6.19%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FUT_ECB_260828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電力(中部・ベース)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20.92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-1.38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-6.19%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FUT_EEPW_260423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20260424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22.15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23.32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-1.17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-5.02%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FUT_EWPW_260416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20260417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15.92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14.85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+7.21%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FUT_EEBW_260423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20260424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-4.32%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FUT_EWP_260730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25.22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26.15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-3.56%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FUT_EWP_260929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24.53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25.46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-3.65%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FUT_EWP_260828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25.42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26.33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-3.46%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FUT_EEBW_260416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20260417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18.46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19.15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-0.69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-3.60%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FUT_EEB_260428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21.76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-0.67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-3.08%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FUT_EEBW_260514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20260515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20.40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19.75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+3.29%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