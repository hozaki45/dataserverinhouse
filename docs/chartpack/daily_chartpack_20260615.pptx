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(2026-06-15)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87,220.00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22,191.00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+717.00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9,038.00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424.90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17,550.00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(2026-06-15)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(2026-06-15)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(2026-06-15)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-19.90%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-8.49%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-7.74%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-4.65%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-3.92%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