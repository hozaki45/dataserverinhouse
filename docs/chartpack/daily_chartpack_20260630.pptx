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(2026-06-30)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97,000.00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80,150.00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2,580.00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21,215.00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8,225.00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16,720.00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(2026-06-30)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(2026-06-30)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(2026-06-30)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-10.74%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-9.25%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20260731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-6.42%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-4.49%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-5.12%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-3.32%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