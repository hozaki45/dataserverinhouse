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(2026-06-19)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81,830.00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2,463.00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21,692.00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8,514.00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429.90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17,850.00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(2026-06-19)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(2026-06-19)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(2026-06-19)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