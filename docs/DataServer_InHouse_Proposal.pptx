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DataServer In-House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EAF8"/>
                </a:solidFill>
              </a:defRPr>
            </a:pPr>
            <a:r>
              <a:t>電力先物データ分析基盤 構築提案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36576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BBCC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背景・課題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なぜ電力先物データの蓄積・分析が必要か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現状の課題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電力先物市場データは日次で公開されるが、体系的な蓄積・分析基盤がない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手動でのデータ収集は非効率で、過去データの参照が困難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電力先物と関連市場（コモディティ・指数・金利）の相関分析ができていない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解決策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JPXデリバティブ理論価格データを日次自動取得・蓄積するデータサーバーを構築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電力先物を中心に、関連市場データ（53種の原資産）を一元管理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インハウスで低コスト運用し、将来的にAWSへスケールアウト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データ概要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JPXデリバティブ理論価格データ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931920" cy="256032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データソース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5661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JPX日本取引所グループ公開データ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ファイル形式: CSV (CP932)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更新頻度: 毎営業日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データ量: 約43,600行/日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ファイル名: rb{YYYYMMDD}.csv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4297680" cy="256032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カラム構成（12列）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39319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銘柄コード / 銘柄名称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PUT/CAL（オプション種別）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限月 / 権利行使価格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清算価格 / 理論価格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原資産価格 / ボラティリティ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金利 / 残日数 / 原資産名称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3891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カテゴリ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原資産数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代表例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電力先物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12種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東・西エリア（ベース/日中/週間/年度）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株価指数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日経225, TOPIX, JPX日経400, NYダウ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コモディティ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15種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金, 原油, LNG, ゴム, 大豆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国債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長期, 中期, 超長期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その他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13種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日経平均VI, REIT, 無担保コール等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1: 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プロトタイプ構成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82880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</a:defRPr>
            </a:pPr>
            <a:r>
              <a:t>Data/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CSV Files</a:t>
            </a:r>
            <a:br/>
            <a:r>
              <a:t>(JPXデータ)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828800"/>
            <a:ext cx="182880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</a:defRPr>
            </a:pPr>
            <a:r>
              <a:t>storage.py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ストレージ</a:t>
            </a:r>
            <a:br/>
            <a:r>
              <a:t>抽象レイヤー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182880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</a:defRPr>
            </a:pPr>
            <a:r>
              <a:t>csv_parser.py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CSVパーサー</a:t>
            </a:r>
            <a:br/>
            <a:r>
              <a:t>(CP932対応)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182880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86C1"/>
                </a:solidFill>
              </a:defRPr>
            </a:pPr>
            <a:r>
              <a:t>repository.py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データアクセス</a:t>
            </a:r>
            <a:br/>
            <a:r>
              <a:t>抽象レイヤー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182880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SQLite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market_data.db</a:t>
            </a:r>
            <a:br/>
            <a:r>
              <a:t>(ローカルDB)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設計のポイント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• storage.py / repository.py による抽象化レイヤーにより、AWS移行時にコアロジックの変更不要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• 環境変数でローカル/AWS切り替え（DATA_STORAGE=local|s3, DB_BACKEND=sqlite|dynamodb）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• Python + uv によるモダンなプロジェクト管理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データベース設計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アクセスパターンベース設計（DynamoDB移行対応）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0116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アクセスパターン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メソッド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DynamoDB（将来）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日付の全データ取得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get_by_date(date)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WHERE trade_date=?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PK=trade_date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日付+原資産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get_by_date_and_underlying()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WHERE date AND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PK+SK prefix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銘柄の時系列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get_instrument_history()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WHERE code ORDER BY date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GSI1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原資産一覧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get_underlying_names()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SELECT DISTINCT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Scan / GSI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データ一括投入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bulk_insert(date, records)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INSERT OR IGNORE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BatchWriteItem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取込ログ記録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log_import()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INSERT import_log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別テーブル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UNIQUE制約: (trade_date, instrument_code) — 同一日の重複取り込み防止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DynamoDB設計: PK=trade_date, SK=instrument_code + GSI(instrument_code, trade_date)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Phase 1 プロトタイプ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651760" cy="2286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言語・ランタイム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Python 3.12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uv パッケージマネージャー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pandas（データ処理）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python-pptx（資料自動生成）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651760" cy="2286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データベース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SQLite（ローカル、ゼロコスト）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WALモード（並列読み取り対応）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将来: DynamoDB移行対応済み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743200" cy="2286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自動化・インフラ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GitHub Actions（日次スケジュール）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個人GitHubアカウント（無料枠）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将来: AWS Lambda + EventBridge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全技術選定の基準: コスト最小化 + AWS移行容易性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Phase 1は外部サービス依存なし、ローカルのみで完結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デモ: データ取り込み結果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rb20260310.csv — 2026年3月10日分データ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931920" cy="2286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取り込み結果サマリー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総レコード数: 43,637件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原資産数: 54種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先物（FUT）: 430件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コールオプション（CAL）: 21,605件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プットオプション（PUT）: 21,604件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4297680" cy="2286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電力先物データ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電力先物契約数: 124件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東エリア: ベース/日中/週間/年度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西エリア: ベース/日中/週間/年度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限月: 2026年3月 〜 2028年2月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清算価格: 11.67円 〜 25.47円/kWh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148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371600"/>
                <a:gridCol w="9144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銘柄名称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限月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清算価格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残日数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エリア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FUT_EEB_260330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19.11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東・ベース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FUT_EEP_260330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東・日中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FUT_EWB_260330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15.29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西・ベース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FUT_EWP_260330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西・日中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東・ベース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FUT_EWB_270330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西・ベース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AWS移行ロードマップ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3段階のスケーラビリティ戦略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651760" cy="3657600"/>
          </a:xfrm>
          <a:prstGeom prst="roundRect">
            <a:avLst/>
          </a:prstGeom>
          <a:solidFill>
            <a:srgbClr val="F2F3F4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ステージ1（現在）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ローカル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SQLite + ローカルファイル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GitHub Actions日次実行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コスト: ¥0/月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71600"/>
            <a:ext cx="2651760" cy="3657600"/>
          </a:xfrm>
          <a:prstGeom prst="roundRect">
            <a:avLst/>
          </a:prstGeom>
          <a:solidFill>
            <a:srgbClr val="F2F3F4"/>
          </a:solidFill>
          <a:ln w="381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ステージ2（承認後）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AWSサーバレス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DynamoDB（オンデマンド）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Lambda + EventBridge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S3データレイク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コスト: &lt;$10/月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51760" cy="3657600"/>
          </a:xfrm>
          <a:prstGeom prst="roundRect">
            <a:avLst/>
          </a:prstGeom>
          <a:solidFill>
            <a:srgbClr val="F2F3F4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ステージ3（拡張）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28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本格運用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CloudFront + React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API Gateway + Lambda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Bedrock AI分析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Cognito認証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各ステージの移行はrepository.py / storage.pyのバックエンド実装追加のみ。コアロジック変更不要。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 サーバレス構成図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ステージ2: DynamoDB + Lambda + S3 + EventBridge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EventBridge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日次スケジューラ</a:t>
            </a:r>
            <a:br/>
            <a:r>
              <a:t>(cron)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2880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9202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スクレーピング</a:t>
            </a:r>
            <a:br/>
            <a:r>
              <a:t>+ データ処理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CSVデータレイク</a:t>
            </a:r>
            <a:br/>
            <a:r>
              <a:t>(原本保管)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82880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DynamoDB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デリバティブ</a:t>
            </a:r>
            <a:br/>
            <a:r>
              <a:t>価格データ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84048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39319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97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API関数</a:t>
            </a:r>
            <a:br/>
            <a:r>
              <a:t>(データ照会)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84048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9319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297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REST API</a:t>
            </a:r>
            <a:br/>
            <a:r>
              <a:t>(将来拡張)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840480"/>
            <a:ext cx="192024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9319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CloudFront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97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Webダッシュボード</a:t>
            </a:r>
            <a:br/>
            <a:r>
              <a:t>(将来拡張)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全てサーバレス構成 — サーバー管理不要、従量課金で最小コスト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コスト比較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段階ごとの運用コスト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ステージ1</a:t>
                      </a:r>
                    </a:p>
                    <a:p>
                      <a:r>
                        <a:t>(GitHub)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ステージ2</a:t>
                      </a:r>
                    </a:p>
                    <a:p>
                      <a:r>
                        <a:t>(AWS)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データベース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  <a:p>
                      <a:r>
                        <a:t>(SQLite)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~$0.30/月</a:t>
                      </a:r>
                    </a:p>
                    <a:p>
                      <a:r>
                        <a:t>(DynamoDB)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オンデマンド</a:t>
                      </a:r>
                    </a:p>
                    <a:p>
                      <a:r>
                        <a:t>43,600件/日書込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ストレージ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  <a:p>
                      <a:r>
                        <a:t>(ローカル)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~$0.01/月</a:t>
                      </a:r>
                    </a:p>
                    <a:p>
                      <a:r>
                        <a:t>(S3)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4MB/日</a:t>
                      </a:r>
                    </a:p>
                    <a:p>
                      <a:r>
                        <a:t>≒1.2GB/年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コンピュート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  <a:p>
                      <a:r>
                        <a:t>(GitHub Actions)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~$0.01/月</a:t>
                      </a:r>
                    </a:p>
                    <a:p>
                      <a:r>
                        <a:t>(Lambda)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1日1回実行</a:t>
                      </a:r>
                    </a:p>
                    <a:p>
                      <a:r>
                        <a:t>無料枠内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スケジューラ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  <a:p>
                      <a:r>
                        <a:t>(GitHub Actions)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~$0.01/月</a:t>
                      </a:r>
                    </a:p>
                    <a:p>
                      <a:r>
                        <a:t>(EventBridge)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1日1イベント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月額合計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&lt; $1/月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年間 &lt; $12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ステージ2でも月額$1以下で運用可能（ダッシュボード追加時でも&lt;$10/月）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■ DynamoDBオンデマンドモード: 使った分だけ課金、アイドル時ほぼゼロ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Phase 1〜3 タイムライン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32004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フェーズ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成果物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ステータス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2026年3月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CSV取込 + SQLiteデータベース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完了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2026年4月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Streamlitダッシュボード</a:t>
                      </a:r>
                    </a:p>
                    <a:p>
                      <a:r>
                        <a:t>分析デモノートブック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次ステップ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2026年4-5月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 Actions自動化</a:t>
                      </a:r>
                    </a:p>
                    <a:p>
                      <a:r>
                        <a:t>JPXサイトスクレーピング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計画中</a:t>
                      </a:r>
                    </a:p>
                  </a:txBody>
                  <a:tcPr anchor="ctr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Phase 3</a:t>
                      </a:r>
                    </a:p>
                    <a:p>
                      <a:r>
                        <a:t>(承認後)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2026年下期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AWS移行</a:t>
                      </a:r>
                    </a:p>
                    <a:p>
                      <a:r>
                        <a:t>DynamoDB + Lambda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将来計画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Phase 1は完了済み — 43,637件のデータ取り込みを実証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Phase 1.5でプレゼン用の可視化デモを作成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■ 社内承認後、Phase 3でAWSサーバレス移行を開始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まとめ・次のステップ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645920"/>
            <a:ext cx="36576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JPXデリバティブ理論価格データ（53種・43,600行/日）の日次蓄積基盤を構築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電力先物12種を含む全市場データを一元管理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AWS DynamoDB + Lambda へのスケーラブルな移行パスを確保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Phase 1 コスト: ¥0 → AWS移行後も月額 &lt;$10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D6EAF8"/>
                </a:solidFill>
              </a:defRPr>
            </a:pPr>
            <a:r>
              <a:t>【承認事項】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1. Phase 1.5（ダッシュボード）の開発着手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2. GitHub Actions による日次自動取得の開始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3. AWS移行の時期・予算の検討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